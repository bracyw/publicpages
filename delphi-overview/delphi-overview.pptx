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91640"/>
            <a:ext cx="146304" cy="146304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61848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SOFTWARE  ·  AI TOOLING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Delphi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1546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BD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home for our AI context: organized by org chart, checked out like a repo.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lives in one repo, by org chart</a:t>
            </a:r>
            <a:endParaRPr lang="en-US" sz="2800" dirty="0"/>
          </a:p>
        </p:txBody>
      </p:sp>
      <p:pic>
        <p:nvPicPr>
          <p:cNvPr id="5" name="Image 0" descr="/private/tmp/claude-501/-Users-wyattbracy-Desktop-ner-app-software-Delphi/3a53aefc-b6fc-4748-b97c-ca799d718193/scratchpad/build/img/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out a workspace, get a ready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20624" cy="420624"/>
          </a:xfrm>
          <a:prstGeom prst="ellipse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560" y="12893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workspace branch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1618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-b ws/argos-dev &lt;Delphi&gt;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350008"/>
            <a:ext cx="420624" cy="420624"/>
          </a:xfrm>
          <a:prstGeom prst="ellipse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3134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setup once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51560" y="2642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.delphi/setup.sh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420624" cy="420624"/>
          </a:xfrm>
          <a:prstGeom prst="ellipse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374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51560" y="33375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 Code at the root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3666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glossary and repos are all there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2245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to the context go back as a PR into ws/argos-dev. Code changes stay in the code repo's own PRs.</a:t>
            </a:r>
            <a:endParaRPr lang="en-US" sz="1300" dirty="0"/>
          </a:p>
        </p:txBody>
      </p:sp>
      <p:pic>
        <p:nvPicPr>
          <p:cNvPr id="18" name="Image 0" descr="/private/tmp/claude-501/-Users-wyattbracy-Desktop-ner-app-software-Delphi/3a53aefc-b6fc-4748-b97c-ca799d718193/scratchpad/build/img/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6853" y="1188720"/>
            <a:ext cx="3789947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workflows outgrow single-repo skills</a:t>
            </a:r>
            <a:endParaRPr lang="en-US" sz="2800" dirty="0"/>
          </a:p>
        </p:txBody>
      </p:sp>
      <p:pic>
        <p:nvPicPr>
          <p:cNvPr id="5" name="Image 0" descr="/private/tmp/claude-501/-Users-wyattbracy-Desktop-ner-app-software-Delphi/3a53aefc-b6fc-4748-b97c-ca799d718193/scratchpad/build/img/w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5212080" cy="325305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97880" y="1325880"/>
            <a:ext cx="54864" cy="868680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80760" y="1325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crosses repos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63677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Argos ticket needs Odyssey-Definitions schemas and the real source of its dependencies.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897880" y="2468880"/>
            <a:ext cx="54864" cy="868680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2468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workspace per purpose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080760" y="277977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argos-dev and experimental share code but carry different skills.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97880" y="3611880"/>
            <a:ext cx="54864" cy="868680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3611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flow back to everyone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080760" y="392277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skill merges into Delphi with no code PR; the next clone has 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ticket, two things get better</a:t>
            </a:r>
            <a:endParaRPr lang="en-US" sz="2800" dirty="0"/>
          </a:p>
        </p:txBody>
      </p:sp>
      <p:pic>
        <p:nvPicPr>
          <p:cNvPr id="5" name="Image 0" descr="/private/tmp/claude-501/-Users-wyattbracy-Desktop-ner-app-software-Delphi/3a53aefc-b6fc-4748-b97c-ca799d718193/scratchpad/build/img/work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34440"/>
            <a:ext cx="8412480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ships through Argos PRs. </a:t>
            </a:r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learned ships through Delphi, so the next ticket starts smarter.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INTERNALS  ·  1 /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Sync: a folder on main, a branch for you</a:t>
            </a:r>
            <a:endParaRPr lang="en-US" sz="2800" dirty="0"/>
          </a:p>
        </p:txBody>
      </p:sp>
      <p:pic>
        <p:nvPicPr>
          <p:cNvPr id="5" name="Image 0" descr="/private/tmp/claude-501/-Users-wyattbracy-Desktop-ner-app-software-Delphi/3a53aefc-b6fc-4748-b97c-ca799d718193/scratchpad/build/img/sy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88720"/>
            <a:ext cx="4206240" cy="34007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83480" y="1234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983480" y="151790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push to main is merged into every ws/&lt;name&gt;, folder becoming root.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983480" y="21214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983480" y="240487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 workspace changes become a PR to main from propose/&lt;name&gt;, after check.sh passes.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983480" y="300837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Histories stay joined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983480" y="32918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Subtree merges, so edits on both sides meet in a normal 3-way merge.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983480" y="389534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Conflicts are reported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983480" y="417880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lists the files, skips that workspace, and a person resolves it.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INTERNALS  ·  2 /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setup.sh: one manifest, three checkouts</a:t>
            </a:r>
            <a:endParaRPr lang="en-US" sz="2800" dirty="0"/>
          </a:p>
        </p:txBody>
      </p:sp>
      <p:pic>
        <p:nvPicPr>
          <p:cNvPr id="5" name="Image 0" descr="/private/tmp/claude-501/-Users-wyattbracy-Desktop-ner-app-software-Delphi/3a53aefc-b6fc-4748-b97c-ca799d718193/scratchpad/build/img/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8229600" cy="3017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is only edited in worktrees. </a:t>
            </a:r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setup makes is git-ignored, so it never shows up as a workspace change. Runs on macOS bash 3.2 and Git Bash.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9184"/>
            <a:ext cx="109728" cy="10972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560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INTERNALS  ·  3 / 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12064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2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workspaces, and keeping it all valid</a:t>
            </a:r>
            <a:endParaRPr lang="en-US" sz="2800" dirty="0"/>
          </a:p>
        </p:txBody>
      </p:sp>
      <p:pic>
        <p:nvPicPr>
          <p:cNvPr id="5" name="Image 0" descr="/private/tmp/claude-501/-Users-wyattbracy-Desktop-ner-app-software-Delphi/3a53aefc-b6fc-4748-b97c-ca799d718193/scratchpad/build/img/life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95" y="1188720"/>
            <a:ext cx="8340811" cy="11121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560320"/>
            <a:ext cx="18516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2560320"/>
            <a:ext cx="1851660" cy="64008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788920"/>
            <a:ext cx="1522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only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21792" y="3163824"/>
            <a:ext cx="15224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to main or ws/* directly, except CI's own sync.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583180" y="2560320"/>
            <a:ext cx="18516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83180" y="2560320"/>
            <a:ext cx="1851660" cy="64008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47772" y="2788920"/>
            <a:ext cx="1522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check.sh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2747772" y="3163824"/>
            <a:ext cx="15224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manifests and names, and that managed scripts match the template.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709160" y="2560320"/>
            <a:ext cx="18516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709160" y="2560320"/>
            <a:ext cx="1851660" cy="64008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873752" y="2788920"/>
            <a:ext cx="1522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 to install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873752" y="3163824"/>
            <a:ext cx="15224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git, gh, and a few short shell scripts. That's the whole runtime.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835140" y="2560320"/>
            <a:ext cx="18516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FC7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35140" y="2560320"/>
            <a:ext cx="1851660" cy="64008"/>
          </a:xfrm>
          <a:prstGeom prst="rect">
            <a:avLst/>
          </a:prstGeom>
          <a:solidFill>
            <a:srgbClr val="2F6F73"/>
          </a:solidFill>
          <a:ln w="12700">
            <a:solidFill>
              <a:srgbClr val="2F6F7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99732" y="2788920"/>
            <a:ext cx="15224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Sandbox-tested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999732" y="3163824"/>
            <a:ext cx="15224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tests/e2e.sh drives every flow against a local bare origin and stub gh.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69264"/>
            <a:ext cx="146304" cy="146304"/>
          </a:xfrm>
          <a:prstGeom prst="rect">
            <a:avLst/>
          </a:prstGeom>
          <a:solidFill>
            <a:srgbClr val="C9932E"/>
          </a:solidFill>
          <a:ln w="12700">
            <a:solidFill>
              <a:srgbClr val="C993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8961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9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commands to a ready agent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8046720" cy="1600200"/>
          </a:xfrm>
          <a:prstGeom prst="rect">
            <a:avLst/>
          </a:prstGeom>
          <a:solidFill>
            <a:srgbClr val="2C3448"/>
          </a:solidFill>
          <a:ln w="12700">
            <a:solidFill>
              <a:srgbClr val="4852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77266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-b ws/argos-dev \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https://github.com/Northeastern-Electric-Racing/Delphi.git argos-dev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argos-dev &amp;&amp; .delphi/setup.sh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       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993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then: /implement, /open-pr, 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more on main:  README.md  ·  docs/design.md  ·  docs/goals.md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Delphi</dc:title>
  <dc:subject>PptxGenJS Presentation</dc:subject>
  <dc:creator>NER Software</dc:creator>
  <cp:lastModifiedBy>NER Software</cp:lastModifiedBy>
  <cp:revision>1</cp:revision>
  <dcterms:created xsi:type="dcterms:W3CDTF">2026-10-08T22:24:34Z</dcterms:created>
  <dcterms:modified xsi:type="dcterms:W3CDTF">2026-10-08T22:24:34Z</dcterms:modified>
</cp:coreProperties>
</file>